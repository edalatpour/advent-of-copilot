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8"/>
    <p:restoredTop sz="94678"/>
  </p:normalViewPr>
  <p:slideViewPr>
    <p:cSldViewPr snapToGrid="0">
      <p:cViewPr>
        <p:scale>
          <a:sx n="90" d="100"/>
          <a:sy n="90" d="100"/>
        </p:scale>
        <p:origin x="95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D68E-F2A7-2F3D-116F-62E4C9C1F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EAADA-36A2-5DA1-394C-5CCA69374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3AF8E-B326-3CE1-3B1F-878C73E3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C05F-43AF-A3A7-0C62-251D7450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47C2D-CF49-0817-8CE8-CA04BA94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2F46-CF80-CE45-8FED-53DED260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21FE4-399F-C28E-ED8A-4BE5B3356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4A0F4-E500-7B28-A64A-4C729984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CA761-47E7-C641-4A29-6E17742F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6341E-4D5B-75C1-43F0-63F3951C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66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BBA5-1EA3-CFF5-A711-B5AA35BE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205C5-0A53-64D2-DF9E-8E94549D9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37972-CEDF-A4D0-DB56-6C3C9D0B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54D3B-B0A4-BF84-5376-4E2E2A75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5BC43-6F5D-E472-DB7F-2ADFA4BE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84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1965-8DB6-64C3-D4E5-5D91A464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A004E-4B5E-2AA8-3308-5350D01BF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544A6-0BC3-5CE6-F0FD-FFB5A31D8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ADD4A-9F95-E1E6-C050-E35BD509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4974F-91BC-5183-CEBC-91B83FB4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E426F-0A5B-41F2-AD29-8967DA58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17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DC89-D730-A282-7265-7792C221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1BB99-20E1-3F37-F833-48DAB12CA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8A8D3-803C-039C-24D0-4CEB3430F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F2338-B28E-73CC-81B3-CBAA221EE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94AF7-BEF6-3A63-91B1-EFAFE4EB8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6B2A0-C0BE-DCFF-4BCC-C65FC02D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818384-C9FC-FD2F-9FA3-2252CFDA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CD89E-EAF4-3305-798D-9C7D4C9B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230E-A093-6F1C-562D-D999189F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64224-9AE7-26EA-0B34-17BAC412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4039A-19E6-BCFF-19D6-957C9088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A3AEB-D199-7584-619C-29D850EB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5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DE9DE-4739-D3AB-9764-3D4E323AA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955F1-209F-C5B1-E3D1-BB51F3E1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5D7A1-45A7-99E4-8145-3609E49C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3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D048-7498-5473-581D-B76A3384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19F7C-9656-976C-9E3C-EBAC7382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088AD-E3CC-D12A-4BA6-B2A611002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A1247-50D3-11E0-53A6-64585F4F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52C2E-E1DA-BAF4-8EA8-AF7526AC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1E7BD-5354-F9D7-4F47-8B1AA0C8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9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FD29-7727-36A2-F730-C5642503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6E468-7BE4-4D12-934C-685E0DEBC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1AA20-6126-6DC8-477E-256AA66D0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9E4C3-84C6-178F-AE42-429FAC0A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A6472-8A59-8663-5B12-8E8C5C64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71DF2-2CB6-FBEF-4231-A3FA1967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0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4861-1F0F-EA1B-3B78-66387BBD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7AEE2-0873-D343-D0DC-1F5CA164B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CFFE9-47C7-06B3-3711-BFD36971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BD20-FC80-BD45-389B-5BF7464B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1607-59B1-AE0B-AA2A-D672DC675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4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FCAF8-9C20-52F8-6F5B-1047D76EF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1917C-E062-10F2-215C-9C66F886E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2A6D-E555-CB17-7F77-5B20908CF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5F584-08F1-2EE8-24AD-9362643C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CDAC5-7FDE-51C3-5DBC-1C75E19E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E4A5CC-44E5-9007-2F75-FFB87330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838B6-66AC-4186-E0CE-BF3344699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EAA0-5C67-5860-E1B1-C7F154455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BB03E-A0ED-AC4A-B752-A7F34780CAA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AB3EC-336F-FC21-AACA-39B3E0F40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23473-B4EC-B5EA-9CDB-C464FC888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4F7DB-89CA-3148-906B-AF326182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8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DE818D5E-826F-C3B6-F0E0-E8666A29E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127999"/>
          </a:xfrm>
          <a:prstGeom prst="rect">
            <a:avLst/>
          </a:prstGeom>
        </p:spPr>
      </p:pic>
      <p:sp>
        <p:nvSpPr>
          <p:cNvPr id="62" name="Oval 61">
            <a:extLst>
              <a:ext uri="{FF2B5EF4-FFF2-40B4-BE49-F238E27FC236}">
                <a16:creationId xmlns:a16="http://schemas.microsoft.com/office/drawing/2014/main" id="{797832A8-AC68-7A19-7CD7-6E572DA91DCF}"/>
              </a:ext>
            </a:extLst>
          </p:cNvPr>
          <p:cNvSpPr>
            <a:spLocks noChangeAspect="1"/>
          </p:cNvSpPr>
          <p:nvPr/>
        </p:nvSpPr>
        <p:spPr>
          <a:xfrm>
            <a:off x="9965363" y="-1120053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C720339-2142-2389-4BF1-8B6D1726193E}"/>
              </a:ext>
            </a:extLst>
          </p:cNvPr>
          <p:cNvSpPr>
            <a:spLocks noChangeAspect="1"/>
          </p:cNvSpPr>
          <p:nvPr/>
        </p:nvSpPr>
        <p:spPr>
          <a:xfrm>
            <a:off x="147917" y="-470644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94E603-877F-C553-B573-39E93F566CB1}"/>
              </a:ext>
            </a:extLst>
          </p:cNvPr>
          <p:cNvSpPr>
            <a:spLocks noChangeAspect="1"/>
          </p:cNvSpPr>
          <p:nvPr/>
        </p:nvSpPr>
        <p:spPr>
          <a:xfrm>
            <a:off x="1068280" y="-537878"/>
            <a:ext cx="311570" cy="3092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F7A0BC-405F-97C6-9436-882A361C87F5}"/>
              </a:ext>
            </a:extLst>
          </p:cNvPr>
          <p:cNvSpPr>
            <a:spLocks noChangeAspect="1"/>
          </p:cNvSpPr>
          <p:nvPr/>
        </p:nvSpPr>
        <p:spPr>
          <a:xfrm>
            <a:off x="1947583" y="-420367"/>
            <a:ext cx="264459" cy="2625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◊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AA95B8-4F52-0242-51D3-299AFE91EC72}"/>
              </a:ext>
            </a:extLst>
          </p:cNvPr>
          <p:cNvSpPr>
            <a:spLocks noChangeAspect="1"/>
          </p:cNvSpPr>
          <p:nvPr/>
        </p:nvSpPr>
        <p:spPr>
          <a:xfrm>
            <a:off x="2786830" y="-537879"/>
            <a:ext cx="501223" cy="497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74DE2A-50C6-783E-9075-689CE1111313}"/>
              </a:ext>
            </a:extLst>
          </p:cNvPr>
          <p:cNvSpPr>
            <a:spLocks noChangeAspect="1"/>
          </p:cNvSpPr>
          <p:nvPr/>
        </p:nvSpPr>
        <p:spPr>
          <a:xfrm>
            <a:off x="3629311" y="-573382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41725D-C26D-E3B6-95C6-4C4BC186592F}"/>
              </a:ext>
            </a:extLst>
          </p:cNvPr>
          <p:cNvSpPr>
            <a:spLocks noChangeAspect="1"/>
          </p:cNvSpPr>
          <p:nvPr/>
        </p:nvSpPr>
        <p:spPr>
          <a:xfrm>
            <a:off x="5398924" y="-520923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523FCB-4A97-6750-4706-537A9F3745F2}"/>
              </a:ext>
            </a:extLst>
          </p:cNvPr>
          <p:cNvSpPr>
            <a:spLocks noChangeAspect="1"/>
          </p:cNvSpPr>
          <p:nvPr/>
        </p:nvSpPr>
        <p:spPr>
          <a:xfrm>
            <a:off x="4113780" y="-888031"/>
            <a:ext cx="318000" cy="3156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1C385C-AFE5-407E-4BF3-310847E00FA6}"/>
              </a:ext>
            </a:extLst>
          </p:cNvPr>
          <p:cNvSpPr>
            <a:spLocks noChangeAspect="1"/>
          </p:cNvSpPr>
          <p:nvPr/>
        </p:nvSpPr>
        <p:spPr>
          <a:xfrm>
            <a:off x="6096005" y="-493055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092FC71-470F-AFE3-01CB-0ABE4628A1DB}"/>
              </a:ext>
            </a:extLst>
          </p:cNvPr>
          <p:cNvSpPr>
            <a:spLocks noChangeAspect="1"/>
          </p:cNvSpPr>
          <p:nvPr/>
        </p:nvSpPr>
        <p:spPr>
          <a:xfrm>
            <a:off x="7016368" y="-560289"/>
            <a:ext cx="311570" cy="3092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42632E4-F2A4-4DEE-56FD-79030B6850BC}"/>
              </a:ext>
            </a:extLst>
          </p:cNvPr>
          <p:cNvSpPr>
            <a:spLocks noChangeAspect="1"/>
          </p:cNvSpPr>
          <p:nvPr/>
        </p:nvSpPr>
        <p:spPr>
          <a:xfrm>
            <a:off x="7895671" y="-442778"/>
            <a:ext cx="264459" cy="2625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◊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DE4687E-21A3-6583-842E-5681178B2D03}"/>
              </a:ext>
            </a:extLst>
          </p:cNvPr>
          <p:cNvSpPr>
            <a:spLocks noChangeAspect="1"/>
          </p:cNvSpPr>
          <p:nvPr/>
        </p:nvSpPr>
        <p:spPr>
          <a:xfrm>
            <a:off x="8537932" y="-632007"/>
            <a:ext cx="501223" cy="497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C3DD8D-AEBB-687C-C4E9-0548FFABAC9E}"/>
              </a:ext>
            </a:extLst>
          </p:cNvPr>
          <p:cNvSpPr>
            <a:spLocks noChangeAspect="1"/>
          </p:cNvSpPr>
          <p:nvPr/>
        </p:nvSpPr>
        <p:spPr>
          <a:xfrm>
            <a:off x="9820792" y="-624314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D2DD96C-4282-879E-E44E-E0256A47C7C2}"/>
              </a:ext>
            </a:extLst>
          </p:cNvPr>
          <p:cNvSpPr>
            <a:spLocks noChangeAspect="1"/>
          </p:cNvSpPr>
          <p:nvPr/>
        </p:nvSpPr>
        <p:spPr>
          <a:xfrm>
            <a:off x="11347012" y="-543334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FE5C783-1A43-9D09-B435-EA0F0BEB2959}"/>
              </a:ext>
            </a:extLst>
          </p:cNvPr>
          <p:cNvSpPr>
            <a:spLocks noChangeAspect="1"/>
          </p:cNvSpPr>
          <p:nvPr/>
        </p:nvSpPr>
        <p:spPr>
          <a:xfrm>
            <a:off x="10762361" y="-483138"/>
            <a:ext cx="318000" cy="3156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B4DFEC1-2B65-608E-61F3-A91C2FC863E6}"/>
              </a:ext>
            </a:extLst>
          </p:cNvPr>
          <p:cNvSpPr>
            <a:spLocks noChangeAspect="1"/>
          </p:cNvSpPr>
          <p:nvPr/>
        </p:nvSpPr>
        <p:spPr>
          <a:xfrm>
            <a:off x="555810" y="-896465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7284086-8C0E-9FB6-BE3C-30C51D51CE6B}"/>
              </a:ext>
            </a:extLst>
          </p:cNvPr>
          <p:cNvSpPr>
            <a:spLocks noChangeAspect="1"/>
          </p:cNvSpPr>
          <p:nvPr/>
        </p:nvSpPr>
        <p:spPr>
          <a:xfrm>
            <a:off x="2820073" y="-1031572"/>
            <a:ext cx="311570" cy="3092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C7FEB79-6964-9051-531C-7370B2228F63}"/>
              </a:ext>
            </a:extLst>
          </p:cNvPr>
          <p:cNvSpPr>
            <a:spLocks noChangeAspect="1"/>
          </p:cNvSpPr>
          <p:nvPr/>
        </p:nvSpPr>
        <p:spPr>
          <a:xfrm>
            <a:off x="2355476" y="-846188"/>
            <a:ext cx="264459" cy="2625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◊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FE824DA-104A-4018-E3ED-483E7C333E1C}"/>
              </a:ext>
            </a:extLst>
          </p:cNvPr>
          <p:cNvSpPr>
            <a:spLocks noChangeAspect="1"/>
          </p:cNvSpPr>
          <p:nvPr/>
        </p:nvSpPr>
        <p:spPr>
          <a:xfrm>
            <a:off x="4738293" y="-891982"/>
            <a:ext cx="501223" cy="497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F3ADAA2-51CC-3A0D-C1DA-D4C1A20106DE}"/>
              </a:ext>
            </a:extLst>
          </p:cNvPr>
          <p:cNvSpPr>
            <a:spLocks noChangeAspect="1"/>
          </p:cNvSpPr>
          <p:nvPr/>
        </p:nvSpPr>
        <p:spPr>
          <a:xfrm>
            <a:off x="5437963" y="-1301588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005AD54-14B8-3FDF-2AB3-2BC4AB210BE5}"/>
              </a:ext>
            </a:extLst>
          </p:cNvPr>
          <p:cNvSpPr>
            <a:spLocks noChangeAspect="1"/>
          </p:cNvSpPr>
          <p:nvPr/>
        </p:nvSpPr>
        <p:spPr>
          <a:xfrm>
            <a:off x="3322817" y="-1158467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8DD73D1-C457-FCC1-FD09-42CC1025DDE6}"/>
              </a:ext>
            </a:extLst>
          </p:cNvPr>
          <p:cNvSpPr>
            <a:spLocks noChangeAspect="1"/>
          </p:cNvSpPr>
          <p:nvPr/>
        </p:nvSpPr>
        <p:spPr>
          <a:xfrm>
            <a:off x="9265696" y="-760243"/>
            <a:ext cx="318000" cy="3156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F1146F0-E077-9360-A435-D9EF654A68F3}"/>
              </a:ext>
            </a:extLst>
          </p:cNvPr>
          <p:cNvSpPr>
            <a:spLocks noChangeAspect="1"/>
          </p:cNvSpPr>
          <p:nvPr/>
        </p:nvSpPr>
        <p:spPr>
          <a:xfrm>
            <a:off x="6030479" y="-988672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5B1DD35-7FA2-6E4F-8F5F-CF6FD5E0E4F0}"/>
              </a:ext>
            </a:extLst>
          </p:cNvPr>
          <p:cNvSpPr>
            <a:spLocks noChangeAspect="1"/>
          </p:cNvSpPr>
          <p:nvPr/>
        </p:nvSpPr>
        <p:spPr>
          <a:xfrm>
            <a:off x="8632758" y="-1425312"/>
            <a:ext cx="311570" cy="3092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459E26B-0FC4-5B5C-31FD-9A7D8ED3D68E}"/>
              </a:ext>
            </a:extLst>
          </p:cNvPr>
          <p:cNvSpPr>
            <a:spLocks noChangeAspect="1"/>
          </p:cNvSpPr>
          <p:nvPr/>
        </p:nvSpPr>
        <p:spPr>
          <a:xfrm>
            <a:off x="8045276" y="-923506"/>
            <a:ext cx="264459" cy="2625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◊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6A6EB4F-2019-CD46-D07C-3A665D20CECE}"/>
              </a:ext>
            </a:extLst>
          </p:cNvPr>
          <p:cNvSpPr>
            <a:spLocks noChangeAspect="1"/>
          </p:cNvSpPr>
          <p:nvPr/>
        </p:nvSpPr>
        <p:spPr>
          <a:xfrm>
            <a:off x="6868848" y="-1125701"/>
            <a:ext cx="501223" cy="497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B2FC085-EE22-58D7-B8E7-7ED78966BE85}"/>
              </a:ext>
            </a:extLst>
          </p:cNvPr>
          <p:cNvSpPr>
            <a:spLocks noChangeAspect="1"/>
          </p:cNvSpPr>
          <p:nvPr/>
        </p:nvSpPr>
        <p:spPr>
          <a:xfrm>
            <a:off x="11696639" y="-1081214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82917BF-5303-D2E4-5496-495AFAEB51F5}"/>
              </a:ext>
            </a:extLst>
          </p:cNvPr>
          <p:cNvSpPr>
            <a:spLocks noChangeAspect="1"/>
          </p:cNvSpPr>
          <p:nvPr/>
        </p:nvSpPr>
        <p:spPr>
          <a:xfrm>
            <a:off x="7480702" y="-851582"/>
            <a:ext cx="318000" cy="3156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1DF7346-FB82-FE21-B224-6423C8D8D034}"/>
              </a:ext>
            </a:extLst>
          </p:cNvPr>
          <p:cNvSpPr>
            <a:spLocks noChangeAspect="1"/>
          </p:cNvSpPr>
          <p:nvPr/>
        </p:nvSpPr>
        <p:spPr>
          <a:xfrm>
            <a:off x="9892515" y="-1574568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92F678D-CFD4-37B4-76D6-DFA3204BFDF8}"/>
              </a:ext>
            </a:extLst>
          </p:cNvPr>
          <p:cNvSpPr>
            <a:spLocks noChangeAspect="1"/>
          </p:cNvSpPr>
          <p:nvPr/>
        </p:nvSpPr>
        <p:spPr>
          <a:xfrm>
            <a:off x="277906" y="-1308839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BC05145-E01E-8FA1-B5D3-5D81C36DA3FE}"/>
              </a:ext>
            </a:extLst>
          </p:cNvPr>
          <p:cNvSpPr>
            <a:spLocks noChangeAspect="1"/>
          </p:cNvSpPr>
          <p:nvPr/>
        </p:nvSpPr>
        <p:spPr>
          <a:xfrm>
            <a:off x="1626205" y="-845200"/>
            <a:ext cx="311570" cy="3092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0CAB7D8-5F5E-E7B1-FE40-927C2C30E27F}"/>
              </a:ext>
            </a:extLst>
          </p:cNvPr>
          <p:cNvSpPr>
            <a:spLocks noChangeAspect="1"/>
          </p:cNvSpPr>
          <p:nvPr/>
        </p:nvSpPr>
        <p:spPr>
          <a:xfrm>
            <a:off x="2491806" y="-1312493"/>
            <a:ext cx="264459" cy="2625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◊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9284FFE-B6D9-49A1-0B71-5A57ED908EC8}"/>
              </a:ext>
            </a:extLst>
          </p:cNvPr>
          <p:cNvSpPr>
            <a:spLocks noChangeAspect="1"/>
          </p:cNvSpPr>
          <p:nvPr/>
        </p:nvSpPr>
        <p:spPr>
          <a:xfrm>
            <a:off x="1205412" y="-1386700"/>
            <a:ext cx="501223" cy="497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55DDCF6-819F-31E3-0500-D4D1F38E0CCD}"/>
              </a:ext>
            </a:extLst>
          </p:cNvPr>
          <p:cNvSpPr>
            <a:spLocks noChangeAspect="1"/>
          </p:cNvSpPr>
          <p:nvPr/>
        </p:nvSpPr>
        <p:spPr>
          <a:xfrm>
            <a:off x="4002693" y="-1440098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ECB718E-CB16-EF45-100F-CDB9F5158E52}"/>
              </a:ext>
            </a:extLst>
          </p:cNvPr>
          <p:cNvSpPr>
            <a:spLocks noChangeAspect="1"/>
          </p:cNvSpPr>
          <p:nvPr/>
        </p:nvSpPr>
        <p:spPr>
          <a:xfrm>
            <a:off x="9128780" y="-1246960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3BA070-9981-CF69-34C1-87F785638FEE}"/>
              </a:ext>
            </a:extLst>
          </p:cNvPr>
          <p:cNvSpPr>
            <a:spLocks noChangeAspect="1"/>
          </p:cNvSpPr>
          <p:nvPr/>
        </p:nvSpPr>
        <p:spPr>
          <a:xfrm>
            <a:off x="4745850" y="-1297775"/>
            <a:ext cx="318000" cy="3156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6C57D58-CA99-837F-370C-5212AA097422}"/>
              </a:ext>
            </a:extLst>
          </p:cNvPr>
          <p:cNvSpPr>
            <a:spLocks noChangeAspect="1"/>
          </p:cNvSpPr>
          <p:nvPr/>
        </p:nvSpPr>
        <p:spPr>
          <a:xfrm>
            <a:off x="6167728" y="-1443309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DB23831-1BD9-E7C0-0276-E7489E8B8C92}"/>
              </a:ext>
            </a:extLst>
          </p:cNvPr>
          <p:cNvSpPr>
            <a:spLocks noChangeAspect="1"/>
          </p:cNvSpPr>
          <p:nvPr/>
        </p:nvSpPr>
        <p:spPr>
          <a:xfrm>
            <a:off x="7088091" y="-1510543"/>
            <a:ext cx="311570" cy="3092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26BD4AD-C156-AF0E-C4A7-A91B1D4C8EAB}"/>
              </a:ext>
            </a:extLst>
          </p:cNvPr>
          <p:cNvSpPr>
            <a:spLocks noChangeAspect="1"/>
          </p:cNvSpPr>
          <p:nvPr/>
        </p:nvSpPr>
        <p:spPr>
          <a:xfrm>
            <a:off x="7967394" y="-1393032"/>
            <a:ext cx="264459" cy="2625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◊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A8D19F3-800A-95A7-D33B-8B7A2E8FF17E}"/>
              </a:ext>
            </a:extLst>
          </p:cNvPr>
          <p:cNvSpPr>
            <a:spLocks noChangeAspect="1"/>
          </p:cNvSpPr>
          <p:nvPr/>
        </p:nvSpPr>
        <p:spPr>
          <a:xfrm>
            <a:off x="10535252" y="-1107901"/>
            <a:ext cx="501223" cy="497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4885DDF-858C-9C90-BF65-4D7B3D7601F4}"/>
              </a:ext>
            </a:extLst>
          </p:cNvPr>
          <p:cNvSpPr>
            <a:spLocks noChangeAspect="1"/>
          </p:cNvSpPr>
          <p:nvPr/>
        </p:nvSpPr>
        <p:spPr>
          <a:xfrm>
            <a:off x="11418735" y="-1493588"/>
            <a:ext cx="365760" cy="3630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8F464A8-774B-EE46-8967-46F9656D5A97}"/>
              </a:ext>
            </a:extLst>
          </p:cNvPr>
          <p:cNvSpPr>
            <a:spLocks noChangeAspect="1"/>
          </p:cNvSpPr>
          <p:nvPr/>
        </p:nvSpPr>
        <p:spPr>
          <a:xfrm>
            <a:off x="10834084" y="-1433392"/>
            <a:ext cx="318000" cy="3156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jingle-bells.mp3">
            <a:hlinkClick r:id="" action="ppaction://media"/>
            <a:extLst>
              <a:ext uri="{FF2B5EF4-FFF2-40B4-BE49-F238E27FC236}">
                <a16:creationId xmlns:a16="http://schemas.microsoft.com/office/drawing/2014/main" id="{386A793B-5CAF-3A57-12A8-33EFB7A33D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C 0.00847 0.02245 0.01693 0.04444 0.01654 0.06898 C 0.01615 0.09352 -0.00234 0.12778 -0.00221 0.14792 C -0.00208 0.16806 0.0155 0.17083 0.01758 0.18982 C 0.0198 0.2088 0.01355 0.24792 0.01107 0.26157 C 0.00847 0.275 0.00482 0.26227 0.00222 0.2713 C -0.00039 0.28056 -0.0052 0.30671 -0.00442 0.31597 C -0.00364 0.325 0.00417 0.31806 0.00664 0.32569 C 0.00899 0.33357 0.01107 0.35185 0.0099 0.36273 C 0.00886 0.37407 -0.00234 0.38588 -3.33333E-6 0.39236 C 0.00235 0.39907 0.01341 0.39236 0.02422 0.40232 C 0.03516 0.41204 0.0625 0.43194 0.06511 0.45185 C 0.06758 0.47153 0.03946 0.50116 0.03972 0.52107 C 0.03985 0.54074 0.06654 0.55625 0.06615 0.57037 C 0.06576 0.58426 0.03828 0.58125 0.0375 0.60486 C 0.03672 0.62847 0.04987 0.69421 0.06172 0.71134 C 0.0737 0.72801 0.10625 0.68819 0.10925 0.70625 C 0.11211 0.72431 0.0892 0.80185 0.07943 0.81991 C 0.06966 0.83819 0.05625 0.80394 0.05078 0.81482 C 0.04519 0.82616 0.04193 0.87222 0.04636 0.88657 C 0.05078 0.90093 0.0711 0.88866 0.07722 0.90116 C 0.08321 0.91435 0.08789 0.94607 0.08269 0.96343 C 0.07761 0.98032 0.0461 0.99537 0.04636 1.00509 C 0.04649 1.01505 0.08269 1.00926 0.08386 1.02245 C 0.0849 1.03588 0.05664 1.06852 0.053 1.08426 C 0.04922 1.1 0.06433 1.10232 0.06172 1.1162 C 0.05925 1.13032 0.0448 1.15764 0.0375 1.16829 C 0.03008 1.17917 0.02097 1.16898 0.01758 1.18056 C 0.01433 1.19213 0.01706 1.22338 0.01758 1.2375 C 0.01823 1.25139 0.01953 1.2581 0.02097 1.26505 " pathEditMode="relative" rAng="0" ptsTypes="AAAAAAAAAAAAAAAAAAAAAAAAAAAAAA">
                                      <p:cBhvr>
                                        <p:cTn id="8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6324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6.25E-7 -2.96296E-6 C 0.00143 0.03079 0.003 0.06181 0.00768 0.08334 C 0.01224 0.10533 0.02774 0.11019 0.02747 0.1301 C 0.02734 0.15023 0.0056 0.18681 0.00651 0.20463 C 0.00742 0.22246 0.03229 0.21898 0.03307 0.23727 C 0.03372 0.25556 0.0082 0.28681 0.01094 0.31412 C 0.01367 0.34121 0.04987 0.36482 0.04961 0.40023 C 0.04922 0.43542 0.00638 0.49213 0.00872 0.52593 C 0.0112 0.55973 0.06211 0.57454 0.06393 0.60278 C 0.06576 0.63125 0.02201 0.66829 0.01979 0.69607 C 0.01758 0.72361 0.04987 0.74607 0.05065 0.76806 C 0.05143 0.79028 0.02396 0.80926 0.02422 0.82848 C 0.02435 0.84792 0.05247 0.85764 0.05182 0.88449 C 0.05104 0.91111 0.01654 0.96019 0.01979 0.98935 C 0.02305 1.01829 0.06979 1.03357 0.07162 1.05903 C 0.07344 1.08473 0.03151 1.12223 0.03086 1.14283 C 0.03008 1.16343 0.06901 1.1632 0.06719 1.18241 C 0.06537 1.20185 0.02201 1.23611 0.01979 1.25949 C 0.01758 1.28241 0.03581 1.30232 0.05404 1.32246 " pathEditMode="relative" rAng="0" ptsTypes="AAAAAAAAAAAAAAAAAAA">
                                      <p:cBhvr>
                                        <p:cTn id="10" dur="13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6611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7 C 0.02696 0.04444 0.05404 0.08912 0.05404 0.12801 C 0.05404 0.16667 -0.00117 0.18958 -2.91667E-6 0.2331 C 0.00104 0.27685 0.0599 0.35116 0.06068 0.38982 C 0.06146 0.4287 0.00534 0.43657 0.00443 0.4669 C 0.00339 0.49722 0.0543 0.53727 0.05521 0.57222 C 0.05612 0.60718 0.01133 0.64421 0.0099 0.67778 C 0.00847 0.71088 0.04636 0.74514 0.04636 0.77245 C 0.04636 0.8 0.00586 0.80972 0.0099 0.8419 C 0.01394 0.87431 0.07006 0.93264 0.07058 0.96505 C 0.07123 0.99769 0.01524 1.00857 0.01315 1.03704 C 0.0112 1.06528 0.0556 1.09167 0.05847 1.13426 C 0.06146 1.17755 0.02578 1.26389 0.03086 1.29421 " pathEditMode="relative" rAng="0" ptsTypes="AAAAAAAAAAAAA">
                                      <p:cBhvr>
                                        <p:cTn id="12" dur="1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6469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45833E-6 -3.7037E-7 C 0.03112 0.04792 0.06211 0.09583 0.06289 0.14722 C 0.06367 0.19884 0.00586 0.2625 0.00443 0.30972 C 0.00299 0.35671 0.05521 0.38704 0.05404 0.43056 C 0.05299 0.47454 -0.00638 0.53125 -0.00221 0.5713 C 0.00208 0.61088 0.07799 0.63009 0.07943 0.6706 C 0.08086 0.71065 0.00755 0.76944 0.00664 0.81319 C 0.00573 0.85671 0.07279 0.88796 0.07396 0.93218 C 0.075 0.97593 0.01211 1.03333 0.01328 1.07732 C 0.01432 1.12107 0.07982 1.15857 0.08047 1.19583 C 0.08125 1.23287 0.04948 1.26644 0.01771 1.30046 " pathEditMode="relative" rAng="0" ptsTypes="AAAAAAAAAAA">
                                      <p:cBhvr>
                                        <p:cTn id="14" dur="1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650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C 0.01133 0.04768 0.02279 0.09513 0.01979 0.13171 C 0.01693 0.16851 -0.01732 0.18541 -0.01758 0.2199 C -0.01797 0.25393 0.01523 0.29213 0.01758 0.33703 C 0.02005 0.38217 -0.00495 0.44861 -0.00325 0.48842 C -0.00169 0.52893 0.02539 0.54699 0.02747 0.57939 C 0.02969 0.61134 0.0082 0.64305 0.0099 0.68194 C 0.01159 0.72106 0.03854 0.76759 0.0375 0.81157 C 0.03633 0.85578 0.00313 0.90787 0.00326 0.94606 C 0.00352 0.98449 0.03763 0.99814 0.03854 1.04166 C 0.03945 1.08518 0.0082 1.16018 0.00885 1.20763 C 0.00938 1.25555 0.04245 1.30115 0.0418 1.32777 " pathEditMode="relative" rAng="0" ptsTypes="AAAAAAAAAAAA">
                                      <p:cBhvr>
                                        <p:cTn id="16" dur="1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6638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6.25E-7 1.48148E-6 C 0.02747 0.04676 0.05495 0.09259 0.05508 0.12592 C 0.05534 0.15787 -6.25E-7 0.16991 0.00104 0.19676 C 0.00208 0.22454 0.06576 0.26088 0.06172 0.28981 C 0.05768 0.31829 -0.02253 0.33981 -0.02318 0.36921 C -0.02396 0.39884 0.05677 0.43935 0.05729 0.4669 C 0.05781 0.49421 -0.01823 0.51366 -0.01992 0.53356 C -0.02161 0.55324 0.04193 0.55509 0.0474 0.58472 C 0.05287 0.61481 0.01302 0.67569 0.01315 0.71319 C 0.01341 0.75069 0.05313 0.78889 0.04844 0.80856 C 0.04388 0.82754 -0.01328 0.80879 -0.01445 0.8287 C -0.01549 0.84907 0.04115 0.90949 0.04193 0.92917 C 0.04258 0.94884 -0.01276 0.95231 -0.01003 0.94699 C -0.00729 0.94167 0.05352 0.88032 0.05846 0.8956 C 0.06341 0.91065 0.03281 1.0169 0.01979 1.0368 C 0.00677 1.05717 -0.02448 1.00324 -0.01992 1.01643 C -0.01536 1.02963 0.0444 1.08634 0.0474 1.1162 C 0.05039 1.14653 -0.00104 1.1537 -0.00221 1.19606 C -0.00351 1.23842 0.0181 1.30463 0.03971 1.37106 " pathEditMode="relative" rAng="0" ptsTypes="AAAAAAAAAAAAAAAAAAA">
                                      <p:cBhvr>
                                        <p:cTn id="18" dur="10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6854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19398 C -0.02435 -0.16875 -0.04765 -0.14351 -0.04726 -0.11388 C -0.047 -0.08472 0.00261 -0.03564 0.00117 -0.01689 C -0.00026 0.00162 -0.05156 -0.02986 -0.05612 -0.00254 C -0.06067 0.02431 -0.03685 0.13079 -0.02643 0.14514 C -0.01588 0.15996 0.01224 0.06065 0.00664 0.08588 C 0.00117 0.11088 -0.05911 0.25093 -0.0595 0.297 C -0.05976 0.34306 0.00742 0.33959 0.00443 0.3625 C 0.00157 0.38542 -0.07982 0.41019 -0.07708 0.43426 C -0.07435 0.45787 0.01953 0.47662 0.02097 0.50556 C 0.02253 0.53473 -0.06406 0.56806 -0.06823 0.60834 C -0.07252 0.64931 -0.0069 0.70625 -0.00429 0.74838 C -0.00182 0.79075 -0.05286 0.86274 -0.05286 0.86297 C -0.05508 0.8963 -0.01927 0.91783 -0.01758 0.94862 C -0.01588 0.97917 -0.0431 1.00209 -0.04297 1.04885 C -0.04271 1.09537 -0.01836 1.18843 -0.0164 1.22894 C -0.01458 1.26829 -0.0233 1.27848 -0.0319 1.28889 " pathEditMode="relative" rAng="0" ptsTypes="AAAAAAAAAAAAAAAAA">
                                      <p:cBhvr>
                                        <p:cTn id="20" dur="1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741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E-6 -1.48148E-6 C 0.00846 0.02361 0.01692 0.04167 0.01653 0.0706 C 0.01614 0.09514 -0.00235 0.11945 -0.00222 0.15602 C -0.00209 0.17408 0.01549 0.17755 0.01758 0.2 C 0.01979 0.21991 0.01354 0.23935 0.01107 0.2507 C 0.00846 0.28982 0.00482 0.25139 0.00221 0.28588 C -0.00039 0.2956 -0.00521 0.32338 -0.00443 0.33287 C -0.00365 0.34213 0.00416 0.33496 0.00664 0.34329 C 0.00898 0.35116 0.01107 0.37083 0.00989 0.38195 C 0.00885 0.39398 -0.00235 0.40648 2.5E-6 0.4132 C 0.00234 0.42037 0.01341 0.4132 0.02422 0.42384 C 0.03515 0.43403 0.0625 0.45533 0.0651 0.47616 C 0.06758 0.49653 0.03945 0.52801 0.03971 0.54884 C 0.03984 0.56968 0.06653 0.58611 0.06614 0.6007 C 0.06575 0.61528 0.03828 0.6125 0.0375 0.63727 C 0.03672 0.66204 0.04987 0.73148 0.06172 0.74954 C 0.0737 0.7669 0.10625 0.72523 0.10924 0.74421 C 0.11211 0.7632 0.08919 0.84468 0.07942 0.86389 C 0.06966 0.88287 0.05625 0.84699 0.05078 0.8588 C 0.04518 0.8706 0.04192 0.91921 0.04635 0.93426 C 0.05078 0.94954 0.07109 0.93658 0.07721 0.94954 C 0.0832 0.96296 0.08789 0.99653 0.08268 1.01458 C 0.0776 1.03287 0.04609 1.04861 0.04635 1.05857 C 0.04648 1.06968 0.08268 1.0632 0.08385 1.07755 C 0.08489 1.09121 0.05664 1.12616 0.05299 1.14259 C 0.04922 1.1588 0.06432 1.16111 0.06172 1.1757 C 0.05924 1.19121 0.04479 1.21945 0.0375 1.23079 C 0.03008 1.24236 0.02096 1.23195 0.01758 1.24398 C 0.01432 1.25602 0.01705 1.28912 0.01758 1.30417 C 0.01823 1.31875 0.01953 1.3257 0.02096 1.3331 " pathEditMode="relative" rAng="0" ptsTypes="AAAAAAAAAAAAAAAAAAAAAAAAAAAAAA">
                                      <p:cBhvr>
                                        <p:cTn id="22" dur="10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666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22222E-6 C 0.00143 0.03148 0.003 0.06297 0.00768 0.08426 C 0.01224 0.10672 0.02774 0.11111 0.02748 0.13172 C 0.02735 0.15209 0.0056 0.18889 0.00651 0.20718 C 0.00742 0.22523 0.03229 0.22153 0.03307 0.24005 C 0.03373 0.25857 0.0082 0.29028 0.01094 0.31783 C 0.01367 0.34537 0.04987 0.36922 0.04961 0.40509 C 0.04922 0.44074 0.00638 0.49792 0.00873 0.53218 C 0.0112 0.56644 0.06211 0.58148 0.06393 0.60996 C 0.06576 0.63866 0.02201 0.67616 0.01979 0.7044 C 0.01758 0.73218 0.04987 0.75486 0.05065 0.77709 C 0.05143 0.79977 0.02396 0.81898 0.02422 0.83843 C 0.02435 0.8581 0.05248 0.86783 0.05182 0.89514 C 0.05104 0.92199 0.01654 0.97153 0.01979 1.00093 C 0.02305 1.03056 0.06979 1.04584 0.07162 1.07176 C 0.07344 1.09746 0.03151 1.13565 0.03086 1.15648 C 0.03008 1.17732 0.06901 1.17709 0.06719 1.19653 C 0.06537 1.21621 0.02201 1.2507 0.01979 1.27431 C 0.01758 1.29769 0.03581 1.31783 0.05404 1.3382 " pathEditMode="relative" rAng="0" ptsTypes="AAAAAAAAAAAAAAAAAAA">
                                      <p:cBhvr>
                                        <p:cTn id="24" dur="1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6689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54167E-6 3.7037E-7 C 0.02696 0.04491 0.05404 0.0912 0.05404 0.13079 C 0.05404 0.17014 -0.00117 0.19352 -3.54167E-6 0.23819 C 0.00105 0.28287 0.0599 0.35833 0.06068 0.39907 C 0.06146 0.43889 0.00534 0.44676 0.00443 0.47685 C 0.00339 0.50903 0.0543 0.54907 0.05521 0.58565 C 0.05612 0.62153 0.01133 0.65926 0.0099 0.6912 C 0.00847 0.725 0.04636 0.76273 0.04636 0.79051 C 0.04636 0.81829 0.00586 0.82708 0.0099 0.86111 C 0.01394 0.89468 0.07006 0.9544 0.07058 0.98773 C 0.07123 1.02106 0.01524 1.03079 0.01315 1.06134 C 0.0112 1.09028 0.0556 1.11551 0.05847 1.1581 C 0.06146 1.20532 0.02578 1.29352 0.03086 1.32454 " pathEditMode="relative" rAng="0" ptsTypes="AAAAAAAAAAAAA">
                                      <p:cBhvr>
                                        <p:cTn id="26" dur="1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66227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-2.96296E-6 C 0.03112 0.04931 0.06211 0.09746 0.06289 0.15 C 0.06368 0.20232 0.00586 0.26783 0.00443 0.31551 C 0.003 0.36389 0.05521 0.39491 0.05404 0.43935 C 0.053 0.48403 -0.00638 0.5419 -0.00221 0.58241 C 0.00209 0.62315 0.078 0.6426 0.07943 0.68403 C 0.08086 0.725 0.00756 0.78496 0.00664 0.82963 C 0.00573 0.87408 0.07279 0.90486 0.07396 0.94977 C 0.075 0.99445 0.01211 1.05417 0.01328 1.09908 C 0.01433 1.14375 0.07982 1.18172 0.08047 1.21991 C 0.08125 1.25764 0.04948 1.2919 0.01771 1.32662 " pathEditMode="relative" rAng="0" ptsTypes="AAAAAAAAAAA">
                                      <p:cBhvr>
                                        <p:cTn id="28" dur="1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6631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33333E-6 C 0.01133 0.05069 0.02279 0.10092 0.01979 0.13958 C 0.01693 0.17847 -0.01731 0.19629 -0.01758 0.23287 C -0.01797 0.26898 0.01524 0.30949 0.01758 0.35694 C 0.02005 0.40463 -0.00495 0.475 -0.00325 0.51736 C -0.00169 0.56041 0.02539 0.57939 0.02748 0.61365 C 0.02969 0.64745 0.00821 0.68125 0.0099 0.72245 C 0.01159 0.76365 0.03854 0.81296 0.0375 0.85949 C 0.03633 0.90625 0.00313 0.96157 0.00326 1.00185 C 0.00352 1.04282 0.03763 1.05717 0.03854 1.10324 C 0.03946 1.1493 0.00821 1.2287 0.00886 1.27916 C 0.00938 1.32986 0.04245 1.37801 0.0418 1.40625 " pathEditMode="relative" rAng="0" ptsTypes="AAAAAAAAAAAA">
                                      <p:cBhvr>
                                        <p:cTn id="30" dur="14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7030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125E-6 2.22222E-6 C 0.02748 0.04467 0.05495 0.08866 0.05508 0.12083 C 0.05534 0.15208 -3.125E-6 0.16342 0.00104 0.18958 C 0.00209 0.2162 0.06576 0.25116 0.06172 0.27916 C 0.05769 0.30648 -0.02252 0.32708 -0.02317 0.35555 C -0.02396 0.38403 0.05677 0.42338 0.05729 0.44953 C 0.05782 0.47592 -0.01823 0.49467 -0.01992 0.51389 C -0.02161 0.53264 0.04193 0.53449 0.0474 0.56296 C 0.05287 0.5919 0.01302 0.65092 0.01315 0.6868 C 0.01341 0.72268 0.05313 0.75972 0.04844 0.77847 C 0.04388 0.79676 -0.01328 0.7787 -0.01445 0.79791 C -0.01549 0.81759 0.04115 0.87569 0.04193 0.89467 C 0.04258 0.91342 -0.01276 0.91713 -0.01002 0.9118 C -0.00729 0.90671 0.05352 0.84768 0.05847 0.8625 C 0.06341 0.87685 0.03282 0.97916 0.01979 0.99815 C 0.00677 1.01782 -0.02448 0.96597 -0.01992 0.9787 C -0.01536 0.99143 0.0444 1.04606 0.0474 1.07477 C 0.05039 1.10393 -0.00104 1.11065 -0.00221 1.15162 C -0.00351 1.19236 0.0181 1.25602 0.03972 1.32014 " pathEditMode="relative" rAng="0" ptsTypes="AAAAAAAAAAAAAAAAAAA">
                                      <p:cBhvr>
                                        <p:cTn id="32" dur="1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6599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22222E-6 C -0.0233 0.02269 -0.04661 0.04537 -0.04622 0.0713 C -0.04596 0.09722 0.00365 0.14144 0.00222 0.1581 C 0.00078 0.17431 -0.05052 0.1463 -0.05507 0.17084 C -0.05963 0.19468 -0.0358 0.29028 -0.02539 0.30301 C -0.01484 0.31667 0.01328 0.22732 0.00769 0.25023 C 0.00222 0.27222 -0.05807 0.39769 -0.05846 0.43889 C -0.05872 0.48033 0.00847 0.47709 0.00547 0.49769 C 0.00261 0.51806 -0.07877 0.54005 -0.07604 0.56158 C -0.0733 0.58287 0.02058 0.59977 0.02201 0.6257 C 0.02357 0.65162 -0.06302 0.68125 -0.06718 0.71759 C -0.07148 0.75371 -0.00586 0.80486 -0.00325 0.84236 C -0.00078 0.88033 -0.05182 0.94468 -0.05182 0.94491 C -0.05403 0.97477 -0.01823 0.99398 -0.01653 1.02153 C -0.01484 1.04884 -0.04205 1.06922 -0.04192 1.11088 C -0.04166 1.15278 -0.01731 1.23611 -0.01536 1.27222 C -0.01354 1.30764 -0.02226 1.31667 -0.03086 1.3257 " pathEditMode="relative" rAng="0" ptsTypes="AAAAAAAAAAAAAAAAA">
                                      <p:cBhvr>
                                        <p:cTn id="34" dur="12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6627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50000" decel="5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3.125E-6 -3.33333E-6 C 0.00846 0.02338 0.01692 0.04491 0.01653 0.07037 C 0.01614 0.09445 -0.00235 0.12477 -0.00222 0.14885 C -0.00209 0.16459 0.01549 0.1676 0.01758 0.19792 C 0.01979 0.2176 0.01354 0.24676 0.01106 0.26088 C 0.00846 0.28681 0.00481 0.26181 0.00221 0.28287 C -0.00039 0.29236 -0.00521 0.31991 -0.00443 0.3294 C -0.00365 0.33843 0.00416 0.33125 0.00664 0.33959 C 0.00898 0.34746 0.01106 0.3669 0.00989 0.37801 C 0.00885 0.38264 -0.00235 0.40209 3.125E-6 0.4088 C 0.00234 0.41598 0.01341 0.4088 0.02422 0.41922 C 0.03515 0.4294 0.0625 0.45047 0.0651 0.47084 C 0.06758 0.49121 0.03945 0.52223 0.03971 0.54283 C 0.03984 0.56343 0.06653 0.57986 0.06614 0.59422 C 0.06575 0.6088 0.03828 0.60602 0.0375 0.63033 C 0.03672 0.65486 0.04987 0.72361 0.06172 0.74144 C 0.07369 0.7588 0.10625 0.71736 0.10924 0.73611 C 0.11211 0.7551 0.08919 0.83565 0.07942 0.85463 C 0.06966 0.87338 0.05625 0.83797 0.05078 0.84954 C 0.04518 0.86111 0.04192 0.90926 0.04635 0.92431 C 0.05078 0.93912 0.07109 0.92639 0.07721 0.93912 C 0.0832 0.95255 0.08789 0.98588 0.08268 1.00371 C 0.0776 1.02176 0.04609 1.03727 0.04635 1.04723 C 0.04648 1.05811 0.08268 1.05162 0.08385 1.06598 C 0.08489 1.0794 0.05664 1.11389 0.05299 1.13033 C 0.04922 1.14653 0.06432 1.14861 0.06172 1.1632 C 0.05924 1.17848 0.04479 1.20648 0.0375 1.2176 C 0.03008 1.22871 0.02096 1.21875 0.01758 1.23056 C 0.01432 1.24236 0.01705 1.27523 0.01758 1.29005 C 0.01823 1.3044 0.01953 1.31135 0.02096 1.31875 " pathEditMode="relative" rAng="0" ptsTypes="AAAAAAAAAAAAAAAAAAAAAAAAAAAAAA">
                                      <p:cBhvr>
                                        <p:cTn id="36" dur="1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6592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ccel="50000" decel="5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4.16667E-7 -2.22222E-6 C 0.00143 0.03241 0.003 0.06505 0.00768 0.08704 C 0.01224 0.10996 0.02773 0.11482 0.02747 0.13542 C 0.02734 0.15648 0.0056 0.19422 0.00651 0.21297 C 0.00742 0.23148 0.03229 0.22755 0.03307 0.24699 C 0.03372 0.26574 0.0082 0.29838 0.01094 0.32662 C 0.01367 0.35486 0.04987 0.37963 0.04961 0.41644 C 0.04922 0.45301 0.00638 0.51181 0.00872 0.54699 C 0.0112 0.58218 0.06211 0.59769 0.06393 0.62709 C 0.06576 0.65648 0.02201 0.69514 0.01979 0.72408 C 0.01758 0.75255 0.04987 0.77616 0.05065 0.79884 C 0.05143 0.82199 0.02396 0.8419 0.02422 0.86181 C 0.02435 0.88218 0.05247 0.89213 0.05182 0.92014 C 0.05104 0.94792 0.01654 0.99884 0.01979 1.02917 C 0.02305 1.05949 0.06979 1.075 0.07162 1.10162 C 0.07344 1.12824 0.03151 1.16736 0.03086 1.18889 C 0.03008 1.21042 0.06901 1.20996 0.06719 1.23009 C 0.06537 1.25047 0.02201 1.28588 0.01979 1.31019 C 0.01758 1.33403 0.03581 1.35463 0.05404 1.3757 " pathEditMode="relative" rAng="0" ptsTypes="AAAAAAAAAAAAAAAAAAA">
                                      <p:cBhvr>
                                        <p:cTn id="38" dur="13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68773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accel="50000" decel="5000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3.54167E-6 -3.33333E-6 C 0.02695 0.04561 0.05403 0.09236 0.05403 0.12963 C 0.05403 0.17153 -0.00118 0.19514 3.54167E-6 0.24028 C 0.00104 0.28565 0.05989 0.36065 0.06067 0.40278 C 0.06145 0.44306 0.00534 0.45116 0.00442 0.48172 C 0.00338 0.51389 0.05429 0.5544 0.0552 0.59121 C 0.05612 0.62755 0.01132 0.66574 0.00989 0.6963 C 0.00846 0.73218 0.04635 0.77014 0.04635 0.79838 C 0.04635 0.82639 0.00586 0.83519 0.00989 0.86945 C 0.01393 0.90348 0.07005 0.96366 0.07057 0.99746 C 0.07122 1.03102 0.01523 1.04098 0.01315 1.07153 C 0.01119 1.10093 0.0556 1.12639 0.05846 1.16945 C 0.06145 1.21713 0.02578 1.30625 0.03086 1.3375 " pathEditMode="relative" rAng="0" ptsTypes="AAAAAAAAAAAAA">
                                      <p:cBhvr>
                                        <p:cTn id="40" dur="1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6687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4.58333E-6 0 C 0.03112 0.04954 0.06211 0.09884 0.0629 0.15162 C 0.06368 0.20463 0.00586 0.2706 0.00443 0.31921 C 0.003 0.36806 0.05521 0.39931 0.05404 0.44421 C 0.053 0.48958 -0.00638 0.54815 -0.00221 0.58912 C 0.00209 0.63032 0.078 0.65 0.07943 0.69167 C 0.08086 0.73333 0.00756 0.79398 0.00665 0.83912 C 0.00573 0.88403 0.07279 0.91505 0.07396 0.96065 C 0.075 1.00579 0.01211 1.06597 0.01329 1.11157 C 0.01433 1.15671 0.07982 1.19514 0.08047 1.2338 C 0.08125 1.27199 0.04948 1.30648 0.01771 1.34167 " pathEditMode="relative" rAng="0" ptsTypes="AAAAAAAAAAA">
                                      <p:cBhvr>
                                        <p:cTn id="42" dur="1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6708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accel="50000" decel="5000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2.5E-6 4.44444E-6 C 0.01133 0.05092 0.02278 0.10162 0.01979 0.14074 C 0.01692 0.17939 -0.01732 0.19768 -0.01758 0.23379 C -0.01797 0.27037 0.01523 0.31088 0.01758 0.35879 C 0.02005 0.40671 -0.00495 0.47731 -0.00326 0.5199 C -0.0017 0.56296 0.02539 0.58217 0.02747 0.61666 C 0.02969 0.65069 0.0082 0.68449 0.00989 0.72592 C 0.01159 0.76736 0.03854 0.81689 0.0375 0.86365 C 0.03633 0.91064 0.00312 0.9662 0.00325 1.00671 C 0.00351 1.04791 0.03763 1.06226 0.03854 1.10879 C 0.03945 1.15509 0.0082 1.23472 0.00885 1.28541 C 0.00937 1.33634 0.04245 1.38495 0.04179 1.41319 " pathEditMode="relative" rAng="0" ptsTypes="AAAAAAAAAAAA">
                                      <p:cBhvr>
                                        <p:cTn id="44" dur="12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7064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3.125E-6 1.48148E-6 C 0.02747 0.0456 0.05494 0.09074 0.05508 0.12338 C 0.05534 0.15509 3.125E-6 0.16667 0.00104 0.19329 C 0.00208 0.2206 0.06575 0.25625 0.06172 0.28449 C 0.05768 0.3125 -0.02253 0.33356 -0.02318 0.3625 C -0.02396 0.39167 0.05677 0.43171 0.05729 0.45833 C 0.05781 0.48518 -0.01823 0.5044 -0.01992 0.52384 C -0.02162 0.54305 0.04192 0.54514 0.04739 0.57407 C 0.05286 0.60347 0.01302 0.66342 0.01315 0.70023 C 0.01341 0.73704 0.05312 0.77454 0.04843 0.79375 C 0.04388 0.8125 -0.01328 0.79398 -0.01446 0.81366 C -0.0155 0.83356 0.04114 0.89305 0.04192 0.91227 C 0.04258 0.93148 -0.01276 0.93495 -0.01003 0.92986 C -0.00729 0.92454 0.05351 0.86435 0.05846 0.8794 C 0.06341 0.89421 0.03281 0.99838 0.01979 1.01782 C 0.00677 1.03796 -0.02448 0.98495 -0.01992 0.99792 C -0.01537 1.01088 0.0444 1.06643 0.04739 1.09583 C 0.05039 1.12569 -0.00104 1.13264 -0.00222 1.1743 C -0.00352 1.21574 0.0181 1.28079 0.03971 1.34606 " pathEditMode="relative" rAng="0" ptsTypes="AAAAAAAAAAAAAAAAAAA">
                                      <p:cBhvr>
                                        <p:cTn id="46" dur="1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6729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accel="50000" decel="5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1.11111E-6 C -0.02331 0.02361 -0.04661 0.04722 -0.04622 0.075 C -0.04596 0.10139 0.00365 0.14768 0.00221 0.16505 C 0.00078 0.18125 -0.05052 0.15255 -0.05508 0.17778 C -0.05964 0.20231 -0.03581 0.30208 -0.02539 0.31551 C -0.01484 0.32963 0.01328 0.23657 0.00768 0.26042 C 0.00221 0.28333 -0.05807 0.41389 -0.05846 0.45671 C -0.05872 0.5 0.00846 0.49653 0.00547 0.51805 C 0.0026 0.53912 -0.07878 0.56204 -0.07604 0.58449 C -0.07331 0.60671 0.02057 0.6243 0.02201 0.65116 C 0.02357 0.67824 -0.06302 0.70903 -0.06719 0.74676 C -0.07148 0.78449 -0.00586 0.83773 -0.00326 0.87685 C -0.00078 0.9162 -0.05182 0.98333 -0.05182 0.98356 C -0.05404 1.01458 -0.01823 1.03472 -0.01654 1.06319 C -0.01484 1.09167 -0.04206 1.11296 -0.04193 1.15648 C -0.04167 1.19977 -0.01732 1.28657 -0.01536 1.32407 C -0.01354 1.36111 -0.02227 1.37037 -0.03086 1.37986 " pathEditMode="relative" rAng="0" ptsTypes="AAAAAAAAAAAAAAAAA">
                                      <p:cBhvr>
                                        <p:cTn id="48" dur="14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6898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4.58333E-6 2.59259E-6 C 0.00846 0.0243 0.01692 0.04282 0.01653 0.07361 C 0.01614 0.09815 -0.00235 0.12338 -0.00222 0.15694 C -0.00209 0.17523 0.01549 0.17893 0.01757 0.20278 C 0.01979 0.22685 0.01354 0.24676 0.01106 0.25833 C 0.00846 0.29583 0.00481 0.25903 0.00221 0.29143 C -0.0004 0.30463 -0.00521 0.33333 -0.00443 0.34305 C -0.00365 0.35254 0.00416 0.34514 0.00664 0.3537 C 0.00898 0.3618 0.01106 0.38217 0.00989 0.39375 C 0.00885 0.40208 -0.00235 0.41898 4.58333E-6 0.42592 C 0.00234 0.43333 0.01341 0.42592 0.02421 0.4368 C 0.03515 0.44722 0.0625 0.46921 0.0651 0.49074 C 0.06757 0.5118 0.03945 0.54421 0.03971 0.56551 C 0.03984 0.58703 0.06653 0.60416 0.06614 0.61921 C 0.06575 0.63426 0.03828 0.63125 0.0375 0.65671 C 0.03671 0.68217 0.04987 0.75393 0.06171 0.77245 C 0.07369 0.79051 0.10625 0.74722 0.10924 0.7669 C 0.1121 0.78657 0.08919 0.8706 0.07942 0.89028 C 0.06966 0.90995 0.05625 0.87291 0.05078 0.88495 C 0.04518 0.89722 0.04192 0.94722 0.04635 0.96296 C 0.05078 0.97847 0.07109 0.96528 0.07721 0.97847 C 0.0832 0.99236 0.08789 1.02708 0.08268 1.0456 C 0.0776 1.06435 0.04609 1.08055 0.04635 1.09097 C 0.04648 1.10231 0.08268 1.0956 0.08385 1.11041 C 0.08489 1.12453 0.05664 1.16041 0.05299 1.17754 C 0.04921 1.19444 0.06432 1.19676 0.06171 1.2118 C 0.05924 1.22754 0.04479 1.25694 0.0375 1.26852 C 0.03007 1.28009 0.02096 1.26967 0.01757 1.28194 C 0.01432 1.29421 0.01705 1.3287 0.01757 1.34398 C 0.01822 1.35903 0.01953 1.3662 0.02096 1.37384 " pathEditMode="relative" rAng="0" ptsTypes="AAAAAAAAAAAAAAAAAAAAAAAAAAAAAA">
                                      <p:cBhvr>
                                        <p:cTn id="50" dur="1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68681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3.33333E-6 -4.81481E-6 C 0.00144 0.03403 0.003 0.06783 0.00769 0.09098 C 0.01224 0.11505 0.02774 0.12014 0.02748 0.1419 C 0.02735 0.16436 0.0056 0.20394 0.00651 0.22338 C 0.00743 0.24213 0.0323 0.2382 0.03308 0.25834 C 0.03373 0.27801 0.00821 0.31227 0.01094 0.34167 C 0.01368 0.3713 0.04987 0.39723 0.04961 0.43565 C 0.04922 0.47408 0.00638 0.53565 0.00873 0.57246 C 0.0112 0.60926 0.06211 0.62524 0.06394 0.65625 C 0.06576 0.68704 0.02201 0.72732 0.0198 0.75764 C 0.01758 0.7875 0.04987 0.81158 0.05065 0.83565 C 0.05144 0.86019 0.02396 0.88079 0.02422 0.90163 C 0.02435 0.92292 0.05248 0.93334 0.05183 0.96274 C 0.05105 0.99167 0.01654 1.04491 0.0198 1.07663 C 0.02305 1.10834 0.0698 1.12477 0.07162 1.15278 C 0.07344 1.18056 0.03151 1.22153 0.03086 1.24399 C 0.03008 1.26644 0.06901 1.26598 0.06719 1.28704 C 0.06537 1.30834 0.02201 1.34538 0.0198 1.37084 C 0.01758 1.39584 0.03581 1.41737 0.05404 1.43936 " pathEditMode="relative" rAng="0" ptsTypes="AAAAAAAAAAAAAAAAAAA">
                                      <p:cBhvr>
                                        <p:cTn id="52" dur="1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71968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accel="50000" decel="5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3.125E-6 -7.40741E-7 C 0.02696 0.04745 0.05404 0.09607 0.05404 0.13634 C 0.05404 0.17824 -0.00117 0.20278 -3.125E-6 0.24977 C 0.00104 0.29653 0.0599 0.375 0.06068 0.41875 C 0.06146 0.46065 0.00534 0.46921 0.00443 0.5007 C 0.00339 0.53426 0.0543 0.57639 0.05521 0.61482 C 0.05612 0.65255 0.01133 0.69213 0.0099 0.72384 C 0.00847 0.76111 0.04636 0.8007 0.04636 0.82986 C 0.04636 0.85926 0.00586 0.86829 0.0099 0.90394 C 0.01394 0.93935 0.07006 1.00185 0.07058 1.03681 C 0.07123 1.07199 0.01524 1.08218 0.01315 1.11412 C 0.0112 1.14445 0.0556 1.17107 0.05847 1.21574 C 0.06146 1.26528 0.02578 1.35787 0.03086 1.39051 " pathEditMode="relative" rAng="0" ptsTypes="AAAAAAAAAAAAA">
                                      <p:cBhvr>
                                        <p:cTn id="54" dur="15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6951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4.375E-6 -2.22222E-6 C 0.03112 0.05093 0.06211 0.10162 0.0629 0.15533 C 0.06368 0.20996 0.00586 0.27755 0.00443 0.32732 C 0.003 0.37732 0.05521 0.40949 0.05404 0.45556 C 0.053 0.50185 -0.00638 0.56204 -0.00221 0.60394 C 0.00209 0.6463 0.078 0.66644 0.07943 0.70926 C 0.08086 0.75185 0.00756 0.81412 0.00665 0.86042 C 0.00573 0.90648 0.07279 0.9382 0.07396 0.98496 C 0.075 1.03125 0.01211 1.09306 0.01329 1.13959 C 0.01433 1.18611 0.07982 1.22547 0.08047 1.26505 C 0.08125 1.30417 0.04948 1.33959 0.01771 1.3757 " pathEditMode="relative" rAng="0" ptsTypes="AAAAAAAAAAA">
                                      <p:cBhvr>
                                        <p:cTn id="56" dur="11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6877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ccel="50000" decel="5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-1.66667E-6 -4.44444E-6 C 0.01133 0.05116 0.02279 0.10232 0.01979 0.14167 C 0.01693 0.18079 -0.01732 0.19885 -0.01758 0.23565 C -0.01797 0.27246 0.01524 0.31343 0.01758 0.36158 C 0.02005 0.40996 -0.00495 0.48125 -0.00325 0.52408 C -0.00169 0.5676 0.02539 0.58681 0.02748 0.62153 C 0.02969 0.65579 0.0082 0.68982 0.0099 0.73172 C 0.01159 0.77338 0.03854 0.82338 0.0375 0.87037 C 0.03633 0.91783 0.00313 0.97385 0.00326 1.01482 C 0.00352 1.05625 0.03763 1.07061 0.03854 1.1176 C 0.03945 1.16412 0.0082 1.24445 0.00886 1.29561 C 0.00938 1.347 0.04245 1.39584 0.0418 1.42431 " pathEditMode="relative" rAng="0" ptsTypes="AAAAAAAAAAAA">
                                      <p:cBhvr>
                                        <p:cTn id="58" dur="1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71204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2.5E-6 -2.59259E-6 C 0.02748 0.04792 0.05495 0.09537 0.05508 0.1294 C 0.05534 0.16227 -2.5E-6 0.17477 0.00104 0.20255 C 0.00209 0.23125 0.06576 0.26875 0.06172 0.29838 C 0.05768 0.32755 -0.02252 0.34977 -0.02317 0.38033 C -0.02396 0.41065 0.05677 0.45232 0.05729 0.48079 C 0.05782 0.5088 -0.01823 0.52894 -0.01992 0.54931 C -0.02161 0.56945 0.04193 0.57153 0.0474 0.60185 C 0.05287 0.63287 0.01302 0.69584 0.01315 0.73426 C 0.01341 0.77292 0.05313 0.81227 0.04844 0.83241 C 0.04388 0.85209 -0.01328 0.83264 -0.01445 0.85324 C -0.01549 0.87431 0.04115 0.93635 0.04193 0.95672 C 0.04258 0.97685 -0.01276 0.98056 -0.01002 0.975 C -0.00729 0.96945 0.05352 0.90625 0.05847 0.92222 C 0.06341 0.93773 0.03282 1.04699 0.01979 1.06736 C 0.00677 1.08843 -0.02448 1.03287 -0.01992 1.04653 C -0.01536 1.05996 0.0444 1.11852 0.0474 1.14908 C 0.05039 1.18033 -0.00104 1.18773 -0.00221 1.23148 C -0.00351 1.275 0.0181 1.34306 0.03972 1.41158 " pathEditMode="relative" rAng="0" ptsTypes="AAAAAAAAAAAAAAAAAAA">
                                      <p:cBhvr>
                                        <p:cTn id="60" dur="14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70579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accel="50000" decel="5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1.04167E-6 -1.48148E-6 C -0.02331 0.02384 -0.04662 0.04769 -0.04622 0.0757 C -0.04596 0.10255 0.00364 0.15139 0.00221 0.16621 C 0.00078 0.1831 -0.05052 0.15417 -0.05508 0.17963 C -0.05964 0.20417 -0.03581 0.30509 -0.02539 0.31852 C -0.01484 0.33287 0.01328 0.23889 0.00768 0.26296 C 0.00221 0.28611 -0.05807 0.41806 -0.05846 0.46134 C -0.05872 0.50486 0.00846 0.50139 0.00547 0.52315 C 0.0026 0.54445 -0.07878 0.56759 -0.07604 0.59028 C -0.07331 0.61273 0.02057 0.63033 0.022 0.65764 C 0.02357 0.68496 -0.06302 0.71621 -0.06719 0.75417 C -0.07149 0.79236 -0.00586 0.84607 -0.00326 0.88542 C -0.00078 0.92546 -0.05182 0.99306 -0.05182 0.99329 C -0.05404 1.02454 -0.01823 1.04491 -0.01654 1.07384 C -0.01484 1.10255 -0.04206 1.12408 -0.04193 1.16783 C -0.04167 1.21158 -0.01732 1.29931 -0.01537 1.33727 C -0.01354 1.37454 -0.02227 1.38403 -0.03086 1.39352 " pathEditMode="relative" rAng="0" ptsTypes="AAAAAAAAAAAAAAAAA">
                                      <p:cBhvr>
                                        <p:cTn id="62" dur="10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69676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accel="50000" decel="5000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-4.16667E-7 1.85185E-6 C 0.00846 0.02477 0.01693 0.04722 0.01654 0.0743 C 0.01615 0.09977 -0.00234 0.12916 -0.00221 0.15162 C -0.00208 0.17338 0.0155 0.17338 0.01758 0.20092 C 0.01979 0.22963 0.01354 0.24977 0.01107 0.2537 C 0.00846 0.28657 0.00482 0.25463 0.00221 0.28217 C -0.00039 0.29329 -0.00521 0.3375 -0.00443 0.34745 C -0.00365 0.35717 0.00417 0.34954 0.00664 0.35833 C 0.00898 0.36643 0.01107 0.38704 0.0099 0.39884 C 0.00885 0.4 -0.00234 0.4243 -4.16667E-7 0.43125 C 0.00234 0.43889 0.01341 0.43125 0.02422 0.44236 C 0.03516 0.45301 0.0625 0.47523 0.0651 0.49699 C 0.06758 0.51829 0.03945 0.55116 0.03971 0.57291 C 0.03984 0.59444 0.06654 0.6118 0.06615 0.62708 C 0.06576 0.64236 0.03828 0.63935 0.0375 0.66504 C 0.03672 0.69097 0.04987 0.76366 0.06172 0.78241 C 0.0737 0.80023 0.10625 0.75694 0.10925 0.77685 C 0.11211 0.79676 0.08919 0.88171 0.07943 0.90162 C 0.06966 0.92153 0.05625 0.88403 0.05078 0.89629 C 0.04518 0.90856 0.04193 0.95926 0.04635 0.97523 C 0.05078 0.99097 0.07109 0.97754 0.07721 0.99097 C 0.0832 1.00509 0.08789 1.04028 0.08268 1.05903 C 0.0776 1.07801 0.04609 1.09444 0.04635 1.10509 C 0.04648 1.11643 0.08268 1.10972 0.08385 1.12454 C 0.0849 1.13889 0.05664 1.17523 0.053 1.19259 C 0.04922 1.20972 0.06432 1.21204 0.06172 1.22731 C 0.05925 1.24329 0.04479 1.27291 0.0375 1.28472 C 0.03008 1.29629 0.02096 1.28588 0.01758 1.29838 C 0.01432 1.31065 0.01706 1.3456 0.01758 1.36111 C 0.01823 1.37639 0.01953 1.38333 0.02096 1.39143 " pathEditMode="relative" rAng="0" ptsTypes="AAAAAAAAAAAAAAAAAAAAAAAAAAAAAA">
                                      <p:cBhvr>
                                        <p:cTn id="64" dur="1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6956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repeatCount="indefinite" accel="50000" decel="5000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animMotion origin="layout" path="M -3.75E-6 4.44444E-6 C 0.00144 0.03125 0.003 0.06273 0.00769 0.08402 C 0.01224 0.10578 0.02774 0.11041 0.02748 0.13032 C 0.02735 0.15138 0.0056 0.18773 0.00651 0.20578 C 0.00743 0.22338 0.0323 0.21944 0.03308 0.23819 C 0.03373 0.25648 0.00821 0.28796 0.01094 0.31527 C 0.01368 0.34259 0.04987 0.36643 0.04961 0.40185 C 0.04922 0.43726 0.00638 0.49398 0.00873 0.528 C 0.0112 0.56203 0.06211 0.57685 0.06394 0.60532 C 0.06576 0.63379 0.02201 0.67083 0.0198 0.69884 C 0.01758 0.72638 0.04987 0.74884 0.05065 0.77083 C 0.05144 0.79351 0.02396 0.8125 0.02422 0.83171 C 0.02435 0.85138 0.05248 0.86111 0.05183 0.88819 C 0.05105 0.91481 0.01654 0.96388 0.0198 0.99328 C 0.02305 1.02245 0.0698 1.03773 0.07162 1.06342 C 0.07344 1.08888 0.03151 1.12685 0.03086 1.14745 C 0.03008 1.16828 0.06901 1.16782 0.06719 1.18726 C 0.06537 1.20671 0.02201 1.24097 0.0198 1.26458 C 0.01758 1.28773 0.03581 1.3074 0.05404 1.32777 " pathEditMode="relative" rAng="0" ptsTypes="AAAAAAAAAAAAAAAAAAA">
                                      <p:cBhvr>
                                        <p:cTn id="66" dur="13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66389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accel="50000" decel="50000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-4.375E-6 2.22222E-6 C 0.02696 0.04815 0.05404 0.09722 0.05404 0.1368 C 0.05404 0.18032 -0.00117 0.20532 -4.375E-6 0.25254 C 0.00105 0.30023 0.0599 0.37963 0.06068 0.42407 C 0.06146 0.46551 0.00534 0.4743 0.00443 0.50602 C 0.00339 0.54097 0.0543 0.58356 0.05521 0.62222 C 0.05612 0.66041 0.01133 0.70069 0.0099 0.73264 C 0.00847 0.76852 0.04636 0.81065 0.04636 0.84004 C 0.04636 0.86967 0.00586 0.87893 0.0099 0.91504 C 0.01394 0.95092 0.07006 1.01412 0.07058 1.04977 C 0.07123 1.08518 0.01524 1.0956 0.01316 1.12778 C 0.0112 1.15856 0.0556 1.18565 0.05847 1.23078 C 0.06146 1.28078 0.02579 1.37477 0.03086 1.40764 " pathEditMode="relative" rAng="0" ptsTypes="AAAAAAAAAAAAA">
                                      <p:cBhvr>
                                        <p:cTn id="68" dur="1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7037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repeatCount="indefinite" accel="50000" decel="5000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Motion origin="layout" path="M -1.04167E-6 2.22222E-6 C 0.03112 0.05139 0.06211 0.10278 0.06289 0.15717 C 0.06367 0.21203 0.00586 0.28032 0.00443 0.33055 C 0.003 0.38148 0.05521 0.41412 0.05404 0.46065 C 0.053 0.50741 -0.00638 0.56828 -0.00221 0.61065 C 0.00208 0.65347 0.078 0.67384 0.07943 0.71713 C 0.08086 0.76018 0.00755 0.82315 0.00664 0.86991 C 0.00573 0.91643 0.07279 0.94861 0.07396 0.99583 C 0.075 1.04259 0.01211 1.10532 0.01328 1.15231 C 0.01432 1.19907 0.07982 1.23912 0.08047 1.27916 C 0.08125 1.31875 0.04948 1.35416 0.01771 1.39097 " pathEditMode="relative" rAng="0" ptsTypes="AAAAAAAAAAA">
                                      <p:cBhvr>
                                        <p:cTn id="70" dur="1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69537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repeatCount="indefinite" accel="50000" decel="50000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-6.25E-7 4.81481E-6 C 0.01133 0.05046 0.02279 0.10092 0.01979 0.13981 C 0.01693 0.17916 -0.01732 0.19699 -0.01758 0.23217 C -0.01797 0.26875 0.01524 0.30902 0.01758 0.35648 C 0.02005 0.40416 -0.00495 0.47453 -0.00325 0.51666 C -0.00169 0.55949 0.02539 0.5787 0.02747 0.61273 C 0.02969 0.64675 0.0082 0.68032 0.0099 0.72129 C 0.01159 0.7625 0.03854 0.8118 0.0375 0.85833 C 0.03633 0.90509 0.00313 0.96018 0.00326 1.00046 C 0.00352 1.04143 0.03763 1.05578 0.03854 1.10185 C 0.03945 1.14791 0.0082 1.22708 0.00885 1.27754 C 0.00938 1.32824 0.04245 1.37638 0.0418 1.40439 " pathEditMode="relative" rAng="0" ptsTypes="AAAAAAAAAAAA">
                                      <p:cBhvr>
                                        <p:cTn id="72" dur="12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7020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repeatCount="indefinite" accel="50000" decel="50000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0.00248 0.12037 C 0.02995 0.16458 0.05743 0.20833 0.05756 0.24051 C 0.05782 0.27106 0.00248 0.28264 0.00352 0.3081 C 0.00456 0.33472 0.06823 0.36944 0.0642 0.39699 C 0.06016 0.42407 -0.02005 0.44467 -0.0207 0.47268 C -0.02148 0.50092 0.05925 0.53958 0.05977 0.56527 C 0.06029 0.59189 -0.01575 0.61064 -0.01744 0.62963 C -0.01914 0.64814 0.0444 0.65023 0.04987 0.67824 C 0.05534 0.70694 0.0155 0.76527 0.01563 0.80092 C 0.01589 0.8368 0.0556 0.87314 0.05092 0.89189 C 0.04636 0.91018 -0.0108 0.89213 -0.01198 0.91111 C -0.01302 0.93055 0.04362 0.98842 0.0444 1.00694 C 0.04506 1.02569 -0.01028 1.02916 -0.00755 1.02407 C -0.00481 1.01898 0.05599 0.96041 0.06094 0.975 C 0.06589 0.98935 0.03529 1.09074 0.02227 1.10972 C 0.00925 1.12916 -0.022 1.07777 -0.01744 1.09051 C -0.01289 1.10277 0.04688 1.15694 0.04987 1.18541 C 0.05287 1.21435 0.00144 1.22129 0.00026 1.2618 C -0.00104 1.30208 0.02058 1.36527 0.04219 1.4287 " pathEditMode="relative" rAng="0" ptsTypes="AAAAAAAAAAAAAAAAAAA">
                                      <p:cBhvr>
                                        <p:cTn id="74" dur="13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65417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repeatCount="indefinite" accel="50000" decel="5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-1.875E-6 4.07407E-6 C -0.02331 0.02453 -0.04661 0.04907 -0.04622 0.07801 C -0.04596 0.10555 0.00365 0.15856 0.00222 0.17222 C 0.00078 0.18865 -0.05052 0.15856 -0.05508 0.18518 C -0.05963 0.21018 -0.03581 0.31412 -0.02539 0.32801 C -0.01484 0.34282 0.01328 0.24629 0.00768 0.27083 C 0.00222 0.29467 -0.05807 0.43032 -0.05846 0.475 C -0.05872 0.51967 0.00847 0.5162 0.00547 0.53865 C 0.00261 0.56041 -0.07877 0.58426 -0.07604 0.60763 C -0.07331 0.63078 0.02057 0.64907 0.02201 0.67708 C 0.02357 0.70509 -0.06302 0.73726 -0.06719 0.77638 C -0.07148 0.81574 -0.00586 0.87083 -0.00325 0.91157 C -0.00078 0.95254 -0.05182 1.02222 -0.05182 1.02245 C -0.05403 1.05463 -0.01823 1.07569 -0.01653 1.10532 C -0.01484 1.13495 -0.04206 1.15694 -0.04193 1.20208 C -0.04166 1.24722 -0.01732 1.3375 -0.01536 1.37662 C -0.01354 1.41481 -0.02226 1.42453 -0.03086 1.43449 " pathEditMode="relative" rAng="0" ptsTypes="AAAAAAAAAAAAAAAAA">
                                      <p:cBhvr>
                                        <p:cTn id="76" dur="14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71713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repeatCount="indefinite" accel="50000" decel="5000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Motion origin="layout" path="M -3.33333E-6 -3.7037E-6 C 0.00847 0.02524 0.01693 0.04445 0.01654 0.07616 C 0.01615 0.10162 -0.00234 0.12801 -0.00221 0.15973 C -0.00208 0.17732 0.0155 0.1801 0.01758 0.20186 C 0.0198 0.23334 0.01355 0.25533 0.01107 0.25533 C 0.00847 0.28635 0.00482 0.25533 0.00222 0.27986 C -0.00039 0.29653 -0.0052 0.34468 -0.00442 0.35486 C -0.00364 0.36482 0.00417 0.35695 0.00664 0.36598 C 0.00899 0.37431 0.01107 0.39537 0.0099 0.40741 C 0.00886 0.40857 -0.00234 0.43334 -3.33333E-6 0.44051 C 0.00235 0.44838 0.01341 0.44051 0.02422 0.45186 C 0.03516 0.46274 0.0625 0.48542 0.06511 0.50764 C 0.06758 0.51806 0.03946 0.56297 0.03972 0.58519 C 0.03985 0.60718 0.06654 0.625 0.06615 0.64051 C 0.06576 0.65602 0.03828 0.65301 0.0375 0.6794 C 0.03672 0.70579 0.04987 0.7801 0.06172 0.79908 C 0.0737 0.81736 0.10625 0.77315 0.10925 0.79352 C 0.11211 0.81389 0.0892 0.9007 0.07943 0.92107 C 0.06966 0.94144 0.05625 0.90301 0.05078 0.91551 C 0.04519 0.92824 0.04193 0.97986 0.04636 0.99607 C 0.05078 1.01227 0.0711 0.99861 0.07722 1.01227 C 0.08321 1.02662 0.08789 1.0625 0.08269 1.08172 C 0.07761 1.10116 0.0461 1.11806 0.04636 1.12871 C 0.04649 1.14051 0.08269 1.13357 0.08386 1.14885 C 0.0849 1.16343 0.05664 1.20047 0.053 1.21829 C 0.04922 1.23565 0.06433 1.23797 0.06172 1.25348 C 0.05925 1.26991 0.0448 1.30024 0.0375 1.31227 C 0.03008 1.32431 0.02097 1.31343 0.01758 1.32639 C 0.01433 1.33889 0.01706 1.37454 0.01758 1.39028 C 0.01823 1.40602 0.01953 1.4132 0.02097 1.4213 " pathEditMode="relative" rAng="0" ptsTypes="AAAAAAAAAAAAAAAAAAAAAAAAAAAAAA">
                                      <p:cBhvr>
                                        <p:cTn id="78" dur="1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71065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repeatCount="indefinite" accel="50000" decel="5000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Motion origin="layout" path="M -6.25E-7 -4.81481E-6 C 0.00143 0.03426 0.003 0.06829 0.00768 0.09167 C 0.01224 0.11575 0.02774 0.12084 0.02747 0.14283 C 0.02734 0.16551 0.0056 0.20533 0.00651 0.225 C 0.00742 0.24445 0.03229 0.24005 0.03307 0.26019 C 0.03372 0.2801 0.0082 0.31436 0.01094 0.34422 C 0.01367 0.37408 0.04987 0.4 0.04961 0.43889 C 0.04922 0.47732 0.00638 0.53959 0.00872 0.57663 C 0.0112 0.61366 0.06211 0.62987 0.06393 0.66088 C 0.06576 0.6919 0.02201 0.73264 0.01979 0.76297 C 0.01758 0.79306 0.04987 0.8176 0.05065 0.84167 C 0.05143 0.86644 0.02396 0.88727 0.02422 0.90834 C 0.02435 0.92963 0.05247 0.94028 0.05182 0.96968 C 0.05104 0.99885 0.01654 1.05255 0.01979 1.0845 C 0.02305 1.11644 0.06979 1.13311 0.07162 1.16112 C 0.07344 1.18913 0.03151 1.23033 0.03086 1.25301 C 0.03008 1.27547 0.06901 1.27524 0.06719 1.2963 C 0.06537 1.3176 0.02201 1.3551 0.01979 1.38056 C 0.01758 1.40602 0.03581 1.42755 0.05404 1.44977 " pathEditMode="relative" rAng="0" ptsTypes="AAAAAAAAAAAAAAAAAAA">
                                      <p:cBhvr>
                                        <p:cTn id="80" dur="1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72477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repeatCount="indefinite" accel="50000" decel="5000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animMotion origin="layout" path="M -2.91667E-6 -2.22222E-6 C 0.02696 0.04908 0.05404 0.09954 0.05404 0.14097 C 0.05404 0.18472 -0.00117 0.20996 -2.91667E-6 0.2581 C 0.00104 0.30695 0.0599 0.3882 0.06068 0.4338 C 0.06146 0.47616 0.00534 0.48542 0.00443 0.51783 C 0.00339 0.55347 0.0543 0.59699 0.05521 0.63681 C 0.05612 0.6757 0.01133 0.7169 0.0099 0.74977 C 0.00847 0.78634 0.04636 0.8294 0.04636 0.85972 C 0.04636 0.88982 0.00586 0.89931 0.0099 0.93634 C 0.01394 0.97292 0.07006 1.03773 0.07058 1.07408 C 0.07123 1.11042 0.01524 1.12107 0.01315 1.15394 C 0.0112 1.18542 0.0556 1.21297 0.05847 1.25926 C 0.06146 1.31065 0.02578 1.40648 0.03086 1.44028 " pathEditMode="relative" rAng="0" ptsTypes="AAAAAAAAAAAAA">
                                      <p:cBhvr>
                                        <p:cTn id="82" dur="15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72014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repeatCount="indefinite" accel="50000" decel="5000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Motion origin="layout" path="M 4.58333E-6 1.48148E-6 C 0.03112 0.05139 0.0621 0.10231 0.06289 0.15625 C 0.06367 0.21134 0.00585 0.27917 0.00442 0.3294 C 0.00299 0.38009 0.0552 0.4125 0.05403 0.45879 C 0.05299 0.50555 -0.00638 0.56597 -0.00222 0.60833 C 0.00208 0.65092 0.07799 0.67129 0.07942 0.71435 C 0.08085 0.75741 0.00755 0.81991 0.00664 0.86667 C 0.00572 0.91296 0.07278 0.94514 0.07395 0.99213 C 0.075 1.03866 0.0121 1.10092 0.01328 1.14792 C 0.01432 1.19467 0.07981 1.23426 0.08046 1.2743 C 0.08125 1.31366 0.04947 1.34907 0.0177 1.38565 " pathEditMode="relative" rAng="0" ptsTypes="AAAAAAAAAAA">
                                      <p:cBhvr>
                                        <p:cTn id="84" dur="11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69282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0" presetClass="path" presetSubtype="0" repeatCount="indefinite" accel="50000" decel="5000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animMotion origin="layout" path="M -2.29167E-6 -7.40741E-7 C 0.01133 0.05324 0.02279 0.10625 0.01979 0.14722 C 0.01693 0.18866 -0.01732 0.20741 -0.01758 0.24468 C -0.01797 0.28287 0.01524 0.32523 0.01758 0.37523 C 0.02005 0.42546 -0.00495 0.49931 -0.00325 0.54375 C -0.00169 0.58889 0.02539 0.60903 0.02748 0.64491 C 0.02969 0.68056 0.00821 0.71597 0.0099 0.75926 C 0.01159 0.80255 0.03854 0.8544 0.0375 0.90324 C 0.03633 0.95255 0.00313 1.01065 0.00326 1.05301 C 0.00352 1.09607 0.03763 1.11111 0.03854 1.15972 C 0.03946 1.20787 0.00821 1.29144 0.00886 1.34445 C 0.00938 1.39769 0.04245 1.44838 0.0418 1.47801 " pathEditMode="relative" rAng="0" ptsTypes="AAAAAAAAAAAA">
                                      <p:cBhvr>
                                        <p:cTn id="86" dur="1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73889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repeatCount="indefinite" accel="50000" decel="50000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-2.70833E-6 -3.7037E-7 C 0.02748 0.04931 0.05495 0.09792 0.05508 0.13333 C 0.05534 0.16736 -2.70833E-6 0.18032 0.00104 0.2081 C 0.00209 0.23796 0.06576 0.27616 0.06172 0.30671 C 0.05769 0.33657 -0.02252 0.35949 -0.02317 0.39074 C -0.02396 0.42199 0.05677 0.46482 0.05729 0.49329 C 0.05782 0.52269 -0.01823 0.54352 -0.01992 0.56458 C -0.02161 0.58519 0.04193 0.58727 0.0474 0.61852 C 0.05287 0.65046 0.01302 0.71482 0.01315 0.75463 C 0.01341 0.79421 0.05313 0.8338 0.04844 0.85532 C 0.04388 0.87546 -0.01328 0.85579 -0.01445 0.87662 C -0.01549 0.89838 0.04115 0.96227 0.04193 0.98287 C 0.04258 1.0037 -0.01276 1.00764 -0.01002 1.00185 C -0.00729 0.99607 0.05352 0.93125 0.05847 0.94745 C 0.06341 0.96343 0.03282 1.07569 0.01979 1.09676 C 0.00677 1.11829 -0.02448 1.06134 -0.01992 1.07546 C -0.01536 1.08912 0.0444 1.14931 0.0474 1.18079 C 0.05039 1.21296 -0.00104 1.22037 -0.00221 1.26551 C -0.00351 1.31019 0.0181 1.38009 0.03972 1.45046 " pathEditMode="relative" rAng="0" ptsTypes="AAAAAAAAAAAAAAAAAAA">
                                      <p:cBhvr>
                                        <p:cTn id="88" dur="14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72523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repeatCount="indefinite" accel="50000" decel="5000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animMotion origin="layout" path="M -2.5E-6 3.7037E-6 C -0.0233 0.02523 -0.04661 0.05046 -0.04622 0.08009 C -0.04596 0.10833 0.00365 0.16319 0.00222 0.17731 C 0.00078 0.19398 -0.05052 0.16319 -0.05508 0.19051 C -0.05963 0.21643 -0.0358 0.32291 -0.02539 0.33703 C -0.01484 0.35231 0.01328 0.25277 0.00768 0.27824 C 0.00222 0.30277 -0.05807 0.44236 -0.05846 0.48819 C -0.05872 0.53426 0.00847 0.53055 0.00547 0.5537 C 0.00261 0.57615 -0.07877 0.60069 -0.07604 0.62453 C -0.0733 0.64838 0.02058 0.66713 0.02201 0.69583 C 0.02357 0.72476 -0.06302 0.75787 -0.06718 0.79814 C -0.07148 0.83842 -0.00586 0.89514 -0.00325 0.93703 C -0.00078 0.97916 -0.05182 1.05069 -0.05182 1.05115 C -0.05403 1.08402 -0.01823 1.10555 -0.01653 1.13634 C -0.01484 1.16666 -0.04205 1.18935 -0.04192 1.23564 C -0.04166 1.28217 -0.01732 1.375 -0.01536 1.41504 C -0.01354 1.45439 -0.02226 1.46435 -0.03086 1.47453 " pathEditMode="relative" rAng="0" ptsTypes="AAAAAAAAAAAAAAAAA">
                                      <p:cBhvr>
                                        <p:cTn id="90" dur="10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7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</p:childTnLst>
        </p:cTn>
      </p:par>
    </p:tnLst>
    <p:bldLst>
      <p:bldP spid="62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</Words>
  <Application>Microsoft Macintosh PowerPoint</Application>
  <PresentationFormat>Widescreen</PresentationFormat>
  <Paragraphs>6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Edalatpour, Tim</dc:creator>
  <cp:lastModifiedBy>Edalatpour, Tim</cp:lastModifiedBy>
  <cp:revision>13</cp:revision>
  <dcterms:created xsi:type="dcterms:W3CDTF">2025-12-30T14:32:36Z</dcterms:created>
  <dcterms:modified xsi:type="dcterms:W3CDTF">2025-12-30T15:33:04Z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2025-12-30T14:33:55Z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cb829fff-897d-49c6-a80c-ffedf203d3eb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